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4" r:id="rId18"/>
    <p:sldId id="271" r:id="rId19"/>
    <p:sldId id="272" r:id="rId20"/>
  </p:sldIdLst>
  <p:sldSz cx="12192000" cy="6858000"/>
  <p:notesSz cx="6858000" cy="9144000"/>
  <p:embeddedFontLst>
    <p:embeddedFont>
      <p:font typeface="Arial Narrow" panose="020B0606020202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No.:15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Date:1.12.2025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4400" b="1" dirty="0">
                <a:latin typeface="Arial Narrow"/>
                <a:ea typeface="Arial Narrow"/>
                <a:cs typeface="Arial Narrow"/>
                <a:sym typeface="Arial Narrow"/>
              </a:rPr>
              <a:t>Multilingual Voice Message Translation</a:t>
            </a:r>
            <a:endParaRPr sz="4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614067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MR.A.VIVEKIGNATIUS,M.E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93858" y="3631450"/>
            <a:ext cx="4725242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AVINASH A 811722104019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HARI PRASATH R 811722104045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MOHAMED HARISH AH 811722104034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769374" y="183842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0" y="1030543"/>
            <a:ext cx="12179710" cy="582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3026C-009E-72C6-C360-14D783466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77" y="1097338"/>
            <a:ext cx="11002297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translate the text into another language chosen by the user.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convert the translated text back into clear, natural speech using a voice generator.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To change a spoken message into text using an automatic speech-to-text tool.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communicate easily across different languages without needing manual translation.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the whole process simple through an easy-to-use interface for recording, uploading, and getting translated audio.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689204" y="-3918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D3F2781-4DC7-FEED-524E-C610EAD01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1466" y="447580"/>
            <a:ext cx="11669067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speak many different languages, so communicating with each other is often difficult.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translation tools today are limited, because most only translate text or give basic voice output.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provides a complete voice-to-voice translation system, where a user speaks in one language and gets the output in another language.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AI tools like Whisper for speech-to-text, Google Translate for translation, and Microsoft TTS for natural voice output.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make communication easier in real-life situations like education, travel, healthcare, and customer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2519535521"/>
              </p:ext>
            </p:extLst>
          </p:nvPr>
        </p:nvGraphicFramePr>
        <p:xfrm>
          <a:off x="0" y="708001"/>
          <a:ext cx="12192001" cy="9014178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6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9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KIT’s Multilingual Speech Translation System for IWSLT.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Danni Liu, Thai Binh Nguyen, Sai Koneru.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2023, Image Processing, Deep Learning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Automatic Speech Recognition (ASR), Neural Machine Translation (NMT), Text-to-Speech (TTS).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Textless Speech-to-Speech Translation on Real Data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 Lee, Hongyu Gong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2022,without relying on intermediate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text,self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-supervised learning.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2Google Speech API, IBM Watson, Recurrent Neural Networks (RNN), Cloud Translation APIs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Simultaneous Speech Translation.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n-NO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Xingshan Zeng, Pengfei Li, Liangyou Li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2022,Pretraining and knowledge distillation, incorporating automatic speech recognition.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Convolutional Neural Networks (CNN), Long Short-Term Memory (LSTM), Data Augmentation Techniques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a Deep Understanding of Multilingual End-to-End Speech Translation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Haoran Sun,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Xiaohu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Zhao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2023,SVCCA to analyze how multilingual speech translation models.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Tacotron</a:t>
                      </a: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</a:t>
                      </a:r>
                      <a:r>
                        <a:rPr lang="en-IN" sz="24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WaveNet</a:t>
                      </a: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Neural Vocoders, Multilingual Text Processing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10184-0325-B72B-AEEF-98619A23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606" y="734630"/>
            <a:ext cx="3240071" cy="6123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8881881-4EA7-6E9C-D26F-162F336B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071" y="596721"/>
            <a:ext cx="12345599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face difficulty communicating across different languages, especially when voice messages are involved.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translation tools are not complete, because they usually handle only text or give basic voice output.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systems are not fully integrated, so speech-to-text, translation, and speech output happen separately, causing errors and inconvenience.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tools struggle with accuracy, especially for regional languages, mixed languages, or low-quality audio.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simple, unified system that can understand speech, translate it correctly, and speak it back naturally in another language.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4BDF7-84C2-FA78-2F4F-24B8BA6F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26" y="895273"/>
            <a:ext cx="8605746" cy="5757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1455174"/>
            <a:ext cx="5397443" cy="490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300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sz="33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r>
              <a:rPr lang="en-IN" sz="3600" dirty="0"/>
              <a:t>Processor: Intel i3 or above</a:t>
            </a:r>
          </a:p>
          <a:p>
            <a:r>
              <a:rPr lang="en-IN" sz="3600" dirty="0"/>
              <a:t>RAM: Minimum 4 GB</a:t>
            </a:r>
          </a:p>
          <a:p>
            <a:r>
              <a:rPr lang="en-IN" sz="3600" dirty="0"/>
              <a:t>Hard Disk: 256 GB or above</a:t>
            </a:r>
          </a:p>
          <a:p>
            <a:r>
              <a:rPr lang="en-IN" sz="3600" dirty="0"/>
              <a:t>Microphone and Speaker: For audio input and output</a:t>
            </a:r>
          </a:p>
          <a:p>
            <a:r>
              <a:rPr lang="en-IN" sz="3600" dirty="0"/>
              <a:t>System Type: 64-bit Operating System</a:t>
            </a:r>
          </a:p>
          <a:p>
            <a:r>
              <a:rPr lang="en-IN" sz="3600" dirty="0"/>
              <a:t>Internet Connectivity: Required for translation API access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850194" y="1455174"/>
            <a:ext cx="6243484" cy="540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12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112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IN" sz="11200" dirty="0"/>
              <a:t>Operating System: Windows / Linux</a:t>
            </a:r>
          </a:p>
          <a:p>
            <a:r>
              <a:rPr lang="en-IN" sz="11200" dirty="0"/>
              <a:t>Programming Language: Python</a:t>
            </a:r>
          </a:p>
          <a:p>
            <a:r>
              <a:rPr lang="en-IN" sz="11200" dirty="0"/>
              <a:t>Framework: </a:t>
            </a:r>
            <a:r>
              <a:rPr lang="en-IN" sz="11200" dirty="0" err="1"/>
              <a:t>Gradio</a:t>
            </a:r>
            <a:r>
              <a:rPr lang="en-IN" sz="11200" dirty="0"/>
              <a:t> (for User Interface)</a:t>
            </a:r>
          </a:p>
          <a:p>
            <a:r>
              <a:rPr lang="en-IN" sz="11200" dirty="0"/>
              <a:t>Libraries Used: </a:t>
            </a:r>
          </a:p>
          <a:p>
            <a:pPr lvl="1"/>
            <a:r>
              <a:rPr lang="en-IN" sz="11200" dirty="0"/>
              <a:t>OpenAI Whisper (for Speech-to-Text)</a:t>
            </a:r>
          </a:p>
          <a:p>
            <a:pPr lvl="1"/>
            <a:r>
              <a:rPr lang="en-IN" sz="11200" dirty="0"/>
              <a:t>Deep Translator (for Translation)</a:t>
            </a:r>
          </a:p>
          <a:p>
            <a:pPr lvl="1"/>
            <a:r>
              <a:rPr lang="en-IN" sz="11200" dirty="0"/>
              <a:t>Edge-TTS (for Text-to-Speech)</a:t>
            </a:r>
          </a:p>
          <a:p>
            <a:r>
              <a:rPr lang="en-IN" sz="11200" dirty="0"/>
              <a:t>Tools Used: Visual Studio Code / </a:t>
            </a:r>
            <a:r>
              <a:rPr lang="en-IN" sz="11200" dirty="0" err="1"/>
              <a:t>Jupyter</a:t>
            </a:r>
            <a:r>
              <a:rPr lang="en-IN" sz="11200" dirty="0"/>
              <a:t> Notebook</a:t>
            </a:r>
          </a:p>
          <a:p>
            <a:r>
              <a:rPr lang="en-IN" sz="11200" dirty="0"/>
              <a:t>API: Google Translator API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889F1-1427-FC37-1F03-F20AB5F3C4D4}"/>
              </a:ext>
            </a:extLst>
          </p:cNvPr>
          <p:cNvSpPr txBox="1"/>
          <p:nvPr/>
        </p:nvSpPr>
        <p:spPr>
          <a:xfrm>
            <a:off x="953729" y="118171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effectLst/>
              </a:rPr>
              <a:t>1.</a:t>
            </a:r>
            <a:r>
              <a:rPr lang="en-IN" sz="2800" i="0" dirty="0">
                <a:effectLst/>
              </a:rPr>
              <a:t>Voice Input </a:t>
            </a:r>
            <a:r>
              <a:rPr lang="en-US" sz="2800" i="0" dirty="0">
                <a:effectLst/>
              </a:rPr>
              <a:t>Module</a:t>
            </a:r>
          </a:p>
          <a:p>
            <a:endParaRPr lang="en-US" sz="2800" i="0" dirty="0">
              <a:effectLst/>
            </a:endParaRPr>
          </a:p>
          <a:p>
            <a:r>
              <a:rPr lang="en-US" sz="2800" dirty="0"/>
              <a:t>2.</a:t>
            </a:r>
            <a:r>
              <a:rPr lang="en-IN" sz="2800" i="0" dirty="0">
                <a:effectLst/>
              </a:rPr>
              <a:t>Transcription Module</a:t>
            </a:r>
          </a:p>
          <a:p>
            <a:endParaRPr lang="en-US" sz="2800" dirty="0"/>
          </a:p>
          <a:p>
            <a:r>
              <a:rPr lang="en-US" sz="2800" dirty="0"/>
              <a:t>3.</a:t>
            </a:r>
            <a:r>
              <a:rPr lang="en-IN" sz="2800" i="0" dirty="0">
                <a:effectLst/>
              </a:rPr>
              <a:t>Translation Module</a:t>
            </a:r>
          </a:p>
          <a:p>
            <a:endParaRPr lang="en-IN" sz="2800" dirty="0"/>
          </a:p>
          <a:p>
            <a:r>
              <a:rPr lang="en-US" sz="2800" i="0" dirty="0">
                <a:effectLst/>
              </a:rPr>
              <a:t>4.</a:t>
            </a:r>
            <a:r>
              <a:rPr lang="en-IN" sz="2800" i="0" dirty="0">
                <a:effectLst/>
              </a:rPr>
              <a:t>Text-to-Speech (TTS) Module</a:t>
            </a:r>
          </a:p>
          <a:p>
            <a:endParaRPr lang="en-IN" sz="2800" dirty="0"/>
          </a:p>
          <a:p>
            <a:r>
              <a:rPr lang="en-US" sz="2800" i="0" dirty="0">
                <a:effectLst/>
              </a:rPr>
              <a:t>5.</a:t>
            </a:r>
            <a:r>
              <a:rPr lang="en-IN" sz="2800" i="0" dirty="0">
                <a:effectLst/>
              </a:rPr>
              <a:t>User Interface Module</a:t>
            </a: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513736" y="11009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b="1" dirty="0"/>
              <a:t>Voice Input Module:</a:t>
            </a:r>
            <a:endParaRPr lang="en-US" b="1"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r>
              <a:rPr lang="en-IN" dirty="0">
                <a:latin typeface="YAGzXW3gftg_0"/>
              </a:rPr>
              <a:t>Enable the system to accept audio input in real-time or from an uploaded file.</a:t>
            </a:r>
          </a:p>
          <a:p>
            <a:r>
              <a:rPr lang="en-IN" b="1" dirty="0">
                <a:latin typeface="YAGzXW3gftg_0"/>
              </a:rPr>
              <a:t>Supported Languages: </a:t>
            </a:r>
            <a:r>
              <a:rPr lang="en-IN" dirty="0">
                <a:latin typeface="YAGzXW3gftg_0"/>
              </a:rPr>
              <a:t>Tamil, Hindi, Malayalam, Kannada, Arabic, French, English.</a:t>
            </a:r>
          </a:p>
          <a:p>
            <a:r>
              <a:rPr lang="en-IN" b="1" dirty="0">
                <a:latin typeface="YAGzXW3gftg_0"/>
              </a:rPr>
              <a:t>How it 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input audio is passed to OpenAI’s Whisper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Whisper automatically detects the spoken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then transcribes the voice message into accurate text.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523569" y="1075967"/>
            <a:ext cx="10515600" cy="564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b="1" dirty="0"/>
              <a:t>2.Transcription Module</a:t>
            </a:r>
            <a:r>
              <a:rPr lang="en-US" b="1" dirty="0"/>
              <a:t>:</a:t>
            </a:r>
          </a:p>
          <a:p>
            <a:r>
              <a:rPr lang="en-IN" dirty="0">
                <a:latin typeface="YAGzXW3gftg_0"/>
              </a:rPr>
              <a:t>Convert the spoken words in the uploaded voice into text.</a:t>
            </a:r>
          </a:p>
          <a:p>
            <a:r>
              <a:rPr lang="en-IN" b="1" dirty="0">
                <a:latin typeface="YAGzXW3gftg_0"/>
              </a:rPr>
              <a:t>Tool Used: </a:t>
            </a:r>
            <a:r>
              <a:rPr lang="en-IN" dirty="0">
                <a:latin typeface="YAGzXW3gftg_0"/>
              </a:rPr>
              <a:t>OpenAI’s Whisper Model.</a:t>
            </a:r>
          </a:p>
          <a:p>
            <a:r>
              <a:rPr lang="en-IN" b="1" dirty="0">
                <a:latin typeface="YAGzXW3gftg_0"/>
              </a:rPr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automatic language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 accuracy even in noisy environments or with accents.</a:t>
            </a:r>
          </a:p>
          <a:p>
            <a:r>
              <a:rPr lang="en-IN" b="1" dirty="0">
                <a:latin typeface="YAGzXW3gftg_0"/>
              </a:rPr>
              <a:t>Process: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Preprocesses the audio for noise and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Runs model inference to generate textual output.</a:t>
            </a:r>
          </a:p>
          <a:p>
            <a:r>
              <a:rPr lang="en-IN" b="1" dirty="0">
                <a:latin typeface="YAGzXW3gftg_0"/>
              </a:rPr>
              <a:t>Benefits: </a:t>
            </a:r>
            <a:r>
              <a:rPr lang="en-IN" dirty="0">
                <a:latin typeface="YAGzXW3gftg_0"/>
              </a:rPr>
              <a:t>Lays the groundwork for accurate translation by ensuring a clean and correctly interpreted transcription.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33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481780" y="1037764"/>
            <a:ext cx="10557387" cy="568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sz="3600" b="1" dirty="0"/>
              <a:t>3. Translation Module</a:t>
            </a:r>
            <a:r>
              <a:rPr lang="en-US" sz="3600" b="1" dirty="0"/>
              <a:t>:</a:t>
            </a:r>
            <a:endParaRPr lang="en-US" sz="3600" dirty="0"/>
          </a:p>
          <a:p>
            <a:r>
              <a:rPr lang="en-IN" sz="3600" dirty="0">
                <a:latin typeface="YAGzXW3gftg_0"/>
              </a:rPr>
              <a:t>Translate the transcribed text into the desired output language selected by the user.</a:t>
            </a:r>
          </a:p>
          <a:p>
            <a:r>
              <a:rPr lang="en-IN" sz="3600" b="1" dirty="0">
                <a:latin typeface="YAGzXW3gftg_0"/>
              </a:rPr>
              <a:t>Tool Used:</a:t>
            </a:r>
            <a:r>
              <a:rPr lang="en-IN" sz="3600" dirty="0">
                <a:latin typeface="YAGzXW3gftg_0"/>
              </a:rPr>
              <a:t> Deep Translator library (Google Translate API).</a:t>
            </a:r>
          </a:p>
          <a:p>
            <a:r>
              <a:rPr lang="en-IN" sz="3600" b="1" dirty="0">
                <a:latin typeface="YAGzXW3gftg_0"/>
              </a:rPr>
              <a:t>Process: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Detects source language automatically (in case Whisper’s language detection fails).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Uses neural network-based translation models for fluency and contextual understanding.</a:t>
            </a:r>
          </a:p>
          <a:p>
            <a:r>
              <a:rPr lang="en-IN" sz="3600" b="1" dirty="0">
                <a:latin typeface="YAGzXW3gftg_0"/>
              </a:rPr>
              <a:t>Supported Language Combinations: </a:t>
            </a:r>
            <a:r>
              <a:rPr lang="en-IN" sz="3600" dirty="0">
                <a:latin typeface="YAGzXW3gftg_0"/>
              </a:rPr>
              <a:t>Translates between all </a:t>
            </a:r>
            <a:r>
              <a:rPr lang="en-IN" sz="3600" dirty="0" err="1">
                <a:latin typeface="YAGzXW3gftg_0"/>
              </a:rPr>
              <a:t>majorworld</a:t>
            </a:r>
            <a:r>
              <a:rPr lang="en-IN" sz="3600" dirty="0">
                <a:latin typeface="YAGzXW3gftg_0"/>
              </a:rPr>
              <a:t> languages.</a:t>
            </a:r>
          </a:p>
          <a:p>
            <a:r>
              <a:rPr lang="en-IN" sz="3600" b="1" dirty="0">
                <a:latin typeface="YAGzXW3gftg_0"/>
              </a:rPr>
              <a:t>Real-World Benefit: </a:t>
            </a:r>
            <a:r>
              <a:rPr lang="en-IN" sz="3600" dirty="0">
                <a:latin typeface="YAGzXW3gftg_0"/>
              </a:rPr>
              <a:t>Breaks language barriers by allowing users to</a:t>
            </a:r>
          </a:p>
          <a:p>
            <a:r>
              <a:rPr lang="en-IN" sz="3600" dirty="0">
                <a:latin typeface="YAGzXW3gftg_0"/>
              </a:rPr>
              <a:t>communicate across cultures seamlessly.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641555" y="1009546"/>
            <a:ext cx="10515600" cy="571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b="1" dirty="0"/>
              <a:t>4. Text-to-Speech (TTS) Module</a:t>
            </a:r>
            <a:r>
              <a:rPr lang="en-US" b="1" dirty="0"/>
              <a:t>:</a:t>
            </a:r>
          </a:p>
          <a:p>
            <a:r>
              <a:rPr lang="en-IN" dirty="0">
                <a:latin typeface="YAGzXW3gftg_0"/>
              </a:rPr>
              <a:t>To convert the translated text into a realistic male voice in the target language.</a:t>
            </a:r>
          </a:p>
          <a:p>
            <a:r>
              <a:rPr lang="en-IN" b="1" dirty="0">
                <a:latin typeface="YAGzXW3gftg_0"/>
              </a:rPr>
              <a:t>How it 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Translated text is sent to the TTS engine.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Voice is generated using selected neural voice </a:t>
            </a:r>
          </a:p>
          <a:p>
            <a:r>
              <a:rPr lang="en-IN" dirty="0">
                <a:latin typeface="YAGzXW3gftg_0"/>
              </a:rPr>
              <a:t>(e.g., </a:t>
            </a:r>
            <a:r>
              <a:rPr lang="en-IN" dirty="0" err="1">
                <a:latin typeface="YAGzXW3gftg_0"/>
              </a:rPr>
              <a:t>en</a:t>
            </a:r>
            <a:r>
              <a:rPr lang="en-IN" dirty="0">
                <a:latin typeface="YAGzXW3gftg_0"/>
              </a:rPr>
              <a:t>-US-</a:t>
            </a:r>
            <a:r>
              <a:rPr lang="en-IN" dirty="0" err="1">
                <a:latin typeface="YAGzXW3gftg_0"/>
              </a:rPr>
              <a:t>GuyNeural</a:t>
            </a:r>
            <a:r>
              <a:rPr lang="en-IN" dirty="0">
                <a:latin typeface="YAGzXW3gftg_0"/>
              </a:rPr>
              <a:t>, ta-IN-</a:t>
            </a:r>
            <a:r>
              <a:rPr lang="en-IN" dirty="0" err="1">
                <a:latin typeface="YAGzXW3gftg_0"/>
              </a:rPr>
              <a:t>ValluvarNeural</a:t>
            </a:r>
            <a:r>
              <a:rPr lang="en-IN" dirty="0">
                <a:latin typeface="YAGzXW3gftg_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Output is saved as a .mp3 audio file for playback or download.</a:t>
            </a:r>
          </a:p>
          <a:p>
            <a:r>
              <a:rPr lang="en-IN" b="1" dirty="0">
                <a:latin typeface="YAGzXW3gftg_0"/>
              </a:rPr>
              <a:t>Technology Used: </a:t>
            </a:r>
            <a:r>
              <a:rPr lang="en-IN" dirty="0">
                <a:latin typeface="YAGzXW3gftg_0"/>
              </a:rPr>
              <a:t>Microsoft Edge TTS (Neural voices via edge-</a:t>
            </a:r>
            <a:r>
              <a:rPr lang="en-IN" dirty="0" err="1">
                <a:latin typeface="YAGzXW3gftg_0"/>
              </a:rPr>
              <a:t>tts</a:t>
            </a:r>
            <a:r>
              <a:rPr lang="en-IN" dirty="0">
                <a:latin typeface="YAGzXW3gftg_0"/>
              </a:rPr>
              <a:t> library).</a:t>
            </a:r>
          </a:p>
          <a:p>
            <a:r>
              <a:rPr lang="en-IN" b="1" dirty="0">
                <a:latin typeface="YAGzXW3gftg_0"/>
              </a:rPr>
              <a:t>Advantage:</a:t>
            </a:r>
            <a:r>
              <a:rPr lang="en-IN" dirty="0">
                <a:latin typeface="YAGzXW3gftg_0"/>
              </a:rPr>
              <a:t> Natural, expressive voice output with male voice preference.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b="1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425245" y="99971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b="1" dirty="0"/>
              <a:t>5. User Interface (UI) Module</a:t>
            </a:r>
            <a:r>
              <a:rPr lang="en-US" b="1" dirty="0"/>
              <a:t>:</a:t>
            </a:r>
          </a:p>
          <a:p>
            <a:r>
              <a:rPr lang="en-US" dirty="0">
                <a:latin typeface="YAGzXW3gftg_0"/>
              </a:rPr>
              <a:t>A</a:t>
            </a:r>
            <a:r>
              <a:rPr lang="en-IN" dirty="0" err="1">
                <a:latin typeface="YAGzXW3gftg_0"/>
              </a:rPr>
              <a:t>ct</a:t>
            </a:r>
            <a:r>
              <a:rPr lang="en-IN" dirty="0">
                <a:latin typeface="YAGzXW3gftg_0"/>
              </a:rPr>
              <a:t> as the interactive front-end for users to control and use the system.</a:t>
            </a:r>
          </a:p>
          <a:p>
            <a:r>
              <a:rPr lang="en-IN" b="1" dirty="0">
                <a:latin typeface="YAGzXW3gftg_0"/>
              </a:rPr>
              <a:t>Tool Used:</a:t>
            </a:r>
            <a:r>
              <a:rPr lang="en-IN" dirty="0">
                <a:latin typeface="YAGzXW3gftg_0"/>
              </a:rPr>
              <a:t> </a:t>
            </a:r>
            <a:r>
              <a:rPr lang="en-IN" dirty="0" err="1">
                <a:latin typeface="YAGzXW3gftg_0"/>
              </a:rPr>
              <a:t>Gradio</a:t>
            </a:r>
            <a:r>
              <a:rPr lang="en-IN" dirty="0">
                <a:latin typeface="YAGzXW3gftg_0"/>
              </a:rPr>
              <a:t> (Python UI Framework)</a:t>
            </a:r>
          </a:p>
          <a:p>
            <a:r>
              <a:rPr lang="en-IN" b="1" dirty="0">
                <a:latin typeface="YAGzXW3gftg_0"/>
              </a:rPr>
              <a:t>Features:</a:t>
            </a:r>
            <a:endParaRPr lang="en-IN" dirty="0">
              <a:latin typeface="YAGzXW3gftg_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Upload audio or record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Choose source and target languages from dropdowns.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View transcribed and translated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Play and download translated audio.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B76DBE-433F-A61D-7615-7A992EFC0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7DAF8-8BEC-27DD-43DF-47519B864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580104"/>
            <a:ext cx="9458632" cy="49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0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E2010D-671B-FBB2-E041-6150688F3D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031FF-22C9-7BB2-1AD7-A882301F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8" y="500062"/>
            <a:ext cx="7590502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31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671052" y="117669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Font typeface="+mj-lt"/>
              <a:buAutoNum type="arabicPeriod"/>
            </a:pPr>
            <a:r>
              <a:rPr lang="en-IN" dirty="0">
                <a:latin typeface="YAGzXW3gftg_0"/>
              </a:rPr>
              <a:t>The Multilingual Voice Message Translation System enables seamless </a:t>
            </a:r>
          </a:p>
          <a:p>
            <a:pPr indent="-457200">
              <a:buFont typeface="+mj-lt"/>
              <a:buAutoNum type="arabicPeriod"/>
            </a:pPr>
            <a:r>
              <a:rPr lang="en-IN" dirty="0">
                <a:latin typeface="YAGzXW3gftg_0"/>
              </a:rPr>
              <a:t>communication across different </a:t>
            </a:r>
            <a:r>
              <a:rPr lang="en-IN" dirty="0" err="1">
                <a:latin typeface="YAGzXW3gftg_0"/>
              </a:rPr>
              <a:t>languages,combining</a:t>
            </a:r>
            <a:r>
              <a:rPr lang="en-IN" dirty="0">
                <a:latin typeface="YAGzXW3gftg_0"/>
              </a:rPr>
              <a:t> speech-to-text, translation, </a:t>
            </a:r>
          </a:p>
          <a:p>
            <a:pPr indent="-457200">
              <a:buFont typeface="+mj-lt"/>
              <a:buAutoNum type="arabicPeriod"/>
            </a:pPr>
            <a:r>
              <a:rPr lang="en-IN" dirty="0">
                <a:latin typeface="YAGzXW3gftg_0"/>
              </a:rPr>
              <a:t>and text-to-speech technologies. It has practical applications in tourism,</a:t>
            </a:r>
          </a:p>
          <a:p>
            <a:pPr indent="-457200">
              <a:buFont typeface="+mj-lt"/>
              <a:buAutoNum type="arabicPeriod"/>
            </a:pPr>
            <a:r>
              <a:rPr lang="en-IN" dirty="0">
                <a:latin typeface="YAGzXW3gftg_0"/>
              </a:rPr>
              <a:t>education, customer service, and healthcare, providing an accessible and </a:t>
            </a:r>
          </a:p>
          <a:p>
            <a:pPr indent="-457200">
              <a:buFont typeface="+mj-lt"/>
              <a:buAutoNum type="arabicPeriod"/>
            </a:pPr>
            <a:r>
              <a:rPr lang="en-IN" dirty="0">
                <a:latin typeface="YAGzXW3gftg_0"/>
              </a:rPr>
              <a:t>user-friendly solution to break language barriers.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574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IN" dirty="0"/>
              <a:t>Enable complete offline translation for better accessibility without internet.</a:t>
            </a:r>
          </a:p>
          <a:p>
            <a:pPr>
              <a:buFont typeface="+mj-lt"/>
              <a:buAutoNum type="arabicPeriod"/>
            </a:pPr>
            <a:r>
              <a:rPr lang="en-IN" dirty="0"/>
              <a:t>Add multi-voice and emotion-based speech output for natural communication.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Implement real-time two-way conversational translation for instant multilingual interaction.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mobile app version, making the tool easier to use anywhere and anytime.</a:t>
            </a:r>
          </a:p>
          <a:p>
            <a:pPr>
              <a:buFont typeface="+mj-lt"/>
              <a:buAutoNum type="arabicPeriod"/>
            </a:pPr>
            <a:r>
              <a:rPr lang="en-US" dirty="0"/>
              <a:t>Improve speech accuracy, even in noisy environments or when users speak with different accents.</a:t>
            </a:r>
            <a:endParaRPr lang="en-IN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19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1169</Words>
  <Application>Microsoft Office PowerPoint</Application>
  <PresentationFormat>Widescreen</PresentationFormat>
  <Paragraphs>179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Arial Narrow</vt:lpstr>
      <vt:lpstr>YAGzXW3gftg_0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PowerPoint Presentation</vt:lpstr>
      <vt:lpstr>PowerPoint Presentation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Abinaya Jayaraman</cp:lastModifiedBy>
  <cp:revision>9</cp:revision>
  <dcterms:modified xsi:type="dcterms:W3CDTF">2025-11-30T14:38:04Z</dcterms:modified>
</cp:coreProperties>
</file>